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3B82F6"/>
                </a:solidFill>
              </a:defRPr>
            </a:pPr>
            <a:r>
              <a:t>Presenter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AI-Powered Voice-Controlled Presentation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B82F6"/>
                </a:solidFill>
              </a:defRPr>
            </a:pPr>
            <a:r>
              <a:t>What is the Presenter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Voice-controlled AI assistant for PowerPoint presentations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Uses OpenAI Realtime API for natural conversation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Automatically navigates slides based on voice commands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Presents content naturally without reading verbatim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Supports interactive Q&amp;A during presentations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Handles both small and large presentations efficiently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B82F6"/>
                </a:solidFill>
              </a:defRPr>
            </a:pPr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Frontend: React + TypeScript + Web Audio API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Backend: FastAPI (Python) with WebSocket support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AI: OpenAI Realtime API (gpt-realtime model)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Communication: WebSocket for real-time bidirectional messaging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Audio: PCM16 format, 24kHz sample rate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Presentation Parser: python-pptx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B82F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🎤 Voice-controlled navigation (next/previous/jump to slide)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🔍 Semantic slide search (find content by keywords)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💬 Natural conversation flow with turn detection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📊 Smart content handling (small vs large presentations)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🎯 Tool-based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🔄 Real-time slide synchronization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🌐 Cross-platform web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B82F6"/>
                </a:solidFill>
              </a:defRPr>
            </a:pPr>
            <a:r>
              <a:t>Problems We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AI not calling tools - outputting text instead of executing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Tool call arguments arriving in multiple events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Temperature parameter validation (minimum 0.6 required)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Conversation already has active response errors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Slide navigation not syncing with AI responses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Large presentations exceeding token limits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Audio interruption handling and buffer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Frontend WebSocket message type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B82F6"/>
                </a:solidFill>
              </a:defRPr>
            </a:pPr>
            <a:r>
              <a:t>Solutions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Enforced tool_choice='required' for critical actions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Implemented response.function_call_arguments.done handler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Added duplicate call_id tracking to prevent re-execution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Created fallback parser for text-based tool calls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Split strategy: full content for small, tools for large presentations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Fixed temperature to 0.6 (OpenAI minimum requirement)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Removed manual response.create after tool execution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Added handlers for all OpenAI Realtime API event types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B82F6"/>
                </a:solidFill>
              </a:defRPr>
            </a:pPr>
            <a:r>
              <a:t>Compromises Made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Small presentations: Load all content upfront (token cost)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Large presentations: On-demand retrieval (slight latency)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Temperature set to 0.6 (not ideal for deterministic behavior)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Simplified error handling for some edge cases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Audio quality limited by Web Audio API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B82F6"/>
                </a:solidFill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Multi-language support with automatic detection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State Management for auto-progression and contuining where left-off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Support for embedded media and formatting (images, videos)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Performance optimization for very large presentations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User customization (voice selection, speaking speed)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Code optimization and refactoring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B82F6"/>
                </a:solidFill>
              </a:defRPr>
            </a:pPr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Tool-based reasoning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Semantic VAD for natural turn detection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WebSocket bidirectional streaming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Audio worklet for low-latency processing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Memory-efficient slide storage and retrieval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Graceful degradation for large presentations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Comprehensive tool call handling and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3B82F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